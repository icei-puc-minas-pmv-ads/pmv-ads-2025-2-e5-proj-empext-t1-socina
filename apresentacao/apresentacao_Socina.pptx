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8" r:id="rId4"/>
    <p:sldId id="257" r:id="rId5"/>
    <p:sldId id="260" r:id="rId6"/>
    <p:sldId id="262" r:id="rId7"/>
    <p:sldId id="267" r:id="rId8"/>
    <p:sldId id="265" r:id="rId9"/>
    <p:sldId id="266" r:id="rId10"/>
    <p:sldId id="263" r:id="rId11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CD5771-0055-4F9D-8DBA-EAE9DEFA42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50819F7-44CB-4E39-B0BD-1266ECA6A4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6D66FD0-1926-4E19-BC57-9065DB8AE9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BC839-8EB5-4D74-9CEC-041E4B758B8D}" type="datetimeFigureOut">
              <a:rPr lang="pt-BR" smtClean="0"/>
              <a:t>10/12/2025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1A53454-93CA-46D5-B33F-0AB64F8D50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5003E11-3416-4E9B-BF6C-A31531129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622A10-A51D-42B6-A494-EFAF406826C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457383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AE1B5F-9460-4173-8C13-6ED3B33642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16B6DE0-54C7-4CD5-B7EF-31A8B32ACF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42AE6D4-600E-4A7C-87FB-AB159A2244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BC839-8EB5-4D74-9CEC-041E4B758B8D}" type="datetimeFigureOut">
              <a:rPr lang="pt-BR" smtClean="0"/>
              <a:t>10/12/2025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AEE929E-6F6C-4F99-8409-820F4F0EC1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743E837-0223-4FFE-AB15-0E567F1E3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622A10-A51D-42B6-A494-EFAF406826C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655137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2B8C00-9215-43E2-9559-C20072E41B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090EB68-820D-494E-8BC6-A03A6CC42B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F2477DE-A899-4F55-BE76-3ABDF793F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BC839-8EB5-4D74-9CEC-041E4B758B8D}" type="datetimeFigureOut">
              <a:rPr lang="pt-BR" smtClean="0"/>
              <a:t>10/12/2025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8C393BE-2072-4D61-92C6-89156E0DCE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ED370AE-C18C-4BCE-9E42-85ED594AE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622A10-A51D-42B6-A494-EFAF406826C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146105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F8038E-90FA-47B1-B716-025F22DAD5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8D8C173-C71A-42F6-8492-1E68F5CC04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278267E-98B5-4CAA-8A75-6996A9CC19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593753D-63C1-4CF0-AC63-2FB30C5B77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BC839-8EB5-4D74-9CEC-041E4B758B8D}" type="datetimeFigureOut">
              <a:rPr lang="pt-BR" smtClean="0"/>
              <a:t>10/12/2025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4344036-3805-4FCD-A998-EC4DE2B749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CC56314-3E4D-42EC-86B2-EED7CB652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622A10-A51D-42B6-A494-EFAF406826C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93612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B6B149-62D6-471A-9FDB-E8D0312FB6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61C8204-FFF6-494B-A905-5BC2DF70E4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5F9A2CE-A3B5-44FF-9FA5-C986B99320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DCA4E64-BD6E-471F-AC6B-4B674F2B24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31B83C66-F205-44A3-9A5E-FFFC6874A5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5A114078-D6FD-41A4-BE3C-F9ECCF8D19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BC839-8EB5-4D74-9CEC-041E4B758B8D}" type="datetimeFigureOut">
              <a:rPr lang="pt-BR" smtClean="0"/>
              <a:t>10/12/2025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13D9880A-811C-46BB-8C80-B0C9363E4E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DAC5D09E-A66C-4BC3-BF8F-12576D1AB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622A10-A51D-42B6-A494-EFAF406826C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9160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989119-A47A-4B19-BC0B-08D134A456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3D7FA46E-E22E-47A1-B798-845162438E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BC839-8EB5-4D74-9CEC-041E4B758B8D}" type="datetimeFigureOut">
              <a:rPr lang="pt-BR" smtClean="0"/>
              <a:t>10/12/2025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1B0340DD-036E-4836-8F93-4A1AFFF906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F072C27E-A4CA-4B06-8DF5-7EFBD1415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622A10-A51D-42B6-A494-EFAF406826C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079421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A8FA0D82-8B8D-4017-8C0B-C5842201DB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BC839-8EB5-4D74-9CEC-041E4B758B8D}" type="datetimeFigureOut">
              <a:rPr lang="pt-BR" smtClean="0"/>
              <a:t>10/12/2025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F16D01AC-9D63-45E2-A87D-52D1C786D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D4088EA-0096-4E77-9FD8-F66CE8559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622A10-A51D-42B6-A494-EFAF406826C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442410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67328D-C915-4B70-94EE-BA7D185366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CB72A13-F6A5-47CD-9BC8-8E924151E9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52C48AF-6EA3-494E-99F4-57C0660113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1CE0DFB-6507-46DB-BF4C-790CE34F24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BC839-8EB5-4D74-9CEC-041E4B758B8D}" type="datetimeFigureOut">
              <a:rPr lang="pt-BR" smtClean="0"/>
              <a:t>10/12/2025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B7BA403-5D5D-48E4-9944-FBBF9FB0A0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883038E-C572-4CBF-A528-9C77495C7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622A10-A51D-42B6-A494-EFAF406826C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370476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989438-B54B-4427-AE01-41D5BFFD24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943C0FFB-2E18-49EC-A5FC-E42EF16D51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D452E4E-B395-413F-BABC-67DA8B7BED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315B389-1595-44C9-B567-FBD5DDE01F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BC839-8EB5-4D74-9CEC-041E4B758B8D}" type="datetimeFigureOut">
              <a:rPr lang="pt-BR" smtClean="0"/>
              <a:t>10/12/2025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81131BE-E932-43FD-B7E8-BC0AC8FC71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9DB430F-8A52-4317-A243-5F41D833FB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622A10-A51D-42B6-A494-EFAF406826C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430048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9BF20A-5198-4AAB-A00C-4E69E8F529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926B9DC-36D1-478C-8D84-6EC7EFF746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9FAE5A4-0E4B-4F64-AF9A-9A78F2DA3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BC839-8EB5-4D74-9CEC-041E4B758B8D}" type="datetimeFigureOut">
              <a:rPr lang="pt-BR" smtClean="0"/>
              <a:t>10/12/2025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6706447-265D-4A02-BE4A-F783995E72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9681CB1-3C88-4A06-9486-04B34E9DC0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622A10-A51D-42B6-A494-EFAF406826C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795138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63C7951-C438-494E-A56F-8C0268DF28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5ACC5DF0-4F1F-452A-A2CB-43AD96DD94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CAFF4AE-DBA8-454A-90AE-B541634B63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BC839-8EB5-4D74-9CEC-041E4B758B8D}" type="datetimeFigureOut">
              <a:rPr lang="pt-BR" smtClean="0"/>
              <a:t>10/12/2025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00FFD1D-BC73-41C6-926D-668D83971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35A723F-2DDF-4633-B9F7-B91BA0CEE6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622A10-A51D-42B6-A494-EFAF406826C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0905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8ACC917E-08EF-4E07-A154-2874CD1F65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4144213-9305-4DED-B9BB-F57CC07772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01E3CD3-6294-412F-B330-D878C8786B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7BC839-8EB5-4D74-9CEC-041E4B758B8D}" type="datetimeFigureOut">
              <a:rPr lang="pt-BR" smtClean="0"/>
              <a:t>10/12/2025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5172240-BFAE-45E8-9585-C8968334D7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B0829EB-D140-4F8B-AF24-238A2A437D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622A10-A51D-42B6-A494-EFAF406826C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968580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>
            <a:extLst>
              <a:ext uri="{FF2B5EF4-FFF2-40B4-BE49-F238E27FC236}">
                <a16:creationId xmlns:a16="http://schemas.microsoft.com/office/drawing/2014/main" id="{072C7A11-8F5B-447C-A708-02C6AD619B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239" y="0"/>
            <a:ext cx="1221247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61328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4A517713-D3FA-4CB1-BE7F-C3B67FDC3D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7102" y="0"/>
            <a:ext cx="12279102" cy="6801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97827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3123B590-F4E8-48B1-9A65-2EE9AEF0D1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951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97558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7F479154-48E7-4705-9D63-E0E090A133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34252" cy="678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83164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C0475150-CDEC-4208-8A73-9F3215948E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9497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58737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4A14E65F-E620-4284-85AA-2AFF5A82A4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2158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7425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B6DF3697-FFDB-419C-8FAE-F6A7186E3D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03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75925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EA144EE8-F583-4613-A05F-95F2CAA707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99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83075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4C1DE68E-0711-429A-8CE6-E8F8E1EB3F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75" y="-1"/>
            <a:ext cx="12122325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99953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8D7B4C76-A9ED-4A22-860A-49FF2D76A9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5318" y="0"/>
            <a:ext cx="1229111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558187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Victor Gabriel Barbosa De Araujo</dc:creator>
  <cp:lastModifiedBy>Victor Gabriel Barbosa De Araujo</cp:lastModifiedBy>
  <cp:revision>1</cp:revision>
  <dcterms:created xsi:type="dcterms:W3CDTF">2025-12-11T00:52:29Z</dcterms:created>
  <dcterms:modified xsi:type="dcterms:W3CDTF">2025-12-11T00:52:46Z</dcterms:modified>
</cp:coreProperties>
</file>